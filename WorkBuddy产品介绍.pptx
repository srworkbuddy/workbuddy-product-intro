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WorkBuddy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全场景职场 AI 原生智能体桌面工作台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产品介绍 · 场景实践 · 使用案例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70"/>
                </a:solidFill>
              </a:rPr>
              <a:t>一句话让 AI 替你上班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腾讯 CSIG · 2026年5月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2D9"/>
                </a:solidFill>
              </a:rPr>
              <a:t>产品概述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产品概述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WorkBuddy 是腾讯推出的桌面级 AI 助手，被媒体叫作"腾讯版小龙虾"。跟只能在对话框里回答问题的传统 AI 不一样，WorkBuddy 能直接操作你电脑上的文件——你说一句话，它自己去规划、执行，最后把做完的东西交给你。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52D9"/>
                </a:solidFill>
              </a:rPr>
              <a:t>产品于 2026 年 3 月 9 日正式上线，基于腾讯 CodeBuddy 同源架构打造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对比维度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传统 AI 聊天工具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WorkBuddy 智能体工作台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它的角色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写作顾问 / 建议提供者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办公执行者 / 任务完成同事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交付结果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方法建议、模板、润色建议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分类结果、回复草稿、正式邮件、可发送交付物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能否接触现场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不能，需用户复制粘贴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能读取文件/邮箱/表格，理解上下文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用户要做什么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自己筛选、判断、写作、发送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提出目标，检查结果，确认发送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核心区别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让员工"知道怎么处理"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让员工"直接拿到处理后的结果"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核心能力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</a:rPr>
              <a:t>智能任务自动化执行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你说一句话，它自己把任务拆开、排好步骤、跑完全程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</a:rPr>
              <a:t>本地文件全流程操作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直接读写电脑文件——批量编辑、分类整理、格式转换、归档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80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</a:rPr>
              <a:t>多模态办公内容创作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154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写文案、做 PPT、画海报、出数据图表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</a:rPr>
              <a:t>专业数据处理与报表生成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数据清洗、统计分析、图表可视化、自动出报表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38912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</a:rPr>
              <a:t>跨平台远程电脑控制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连接企微/QQ/飞书/钉钉，手机发指令电脑自动干活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8046720" cy="640080"/>
          </a:xfrm>
          <a:prstGeom prst="roundRect">
            <a:avLst>
              <a:gd name="adj" fmla="val 14286"/>
            </a:avLst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212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</a:rPr>
              <a:t>Skills 技能包系统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5486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20+技能包，不用写代码扩展新能力，可封装复用和团队分享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多模型自由切换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模型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特点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腾讯混元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强大中文理解、多模态处理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报告撰写、文案生成、数据分析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DeepSeek-V3/R1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推理能力强、精度高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复杂架构设计、调试任务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GLM-5 系列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中文语义理解优秀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中文语境复杂语义处理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Kimi-K2 系列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超长上下文（256K）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超长文档阅读、多文档分析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MiniMax-M2 系列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多媒体内容生成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内容创作、角色扮演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企业版核心逻辑：AI 工作飞轮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企业版核心逻辑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FFFFFF"/>
                </a:solidFill>
              </a:rPr>
              <a:t>企业版不是给员工多一个 AI 聊天框。它跑的是一条飞轮：统一入口 → 超级个体 → 超级团队 → 企业 AI 资产 → 企业数字员工 → 组织生产力持续释放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5603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0"/>
                </a:solidFill>
              </a:rPr>
              <a:t>超级个体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17520" y="256032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员工用 WorkBuddy 调用组织能力干活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0"/>
                </a:solidFill>
              </a:rPr>
              <a:t>超级团队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17520" y="32004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人 + 数字员工组队干活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840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0"/>
                </a:solidFill>
              </a:rPr>
              <a:t>企业 AI 资产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384048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每次任务沉淀知识、技能、经验和案例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4805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0"/>
                </a:solidFill>
              </a:rPr>
              <a:t>企业数字员工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448056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7×24 在线，懂岗位、有技能、熟悉企业知识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120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0"/>
                </a:solidFill>
              </a:rPr>
              <a:t>统一治理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51206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管理员统一管控权限、安全和审计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760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70"/>
                </a:solidFill>
              </a:rPr>
              <a:t>Agent Suite 企业套件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0350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腾讯文档（内容生产与协作底座） | 腾讯网盘（文件管理底座） | 腾讯乐享（知识治理底座）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2D9"/>
                </a:solidFill>
              </a:rPr>
              <a:t>01 / OFFICE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场景一：高效信息沟通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</a:rPr>
              <a:t>周一早上 9 点，员工打开邮箱发现 38 封未读邮件，包含领导催进度、客户报价、HR 表格、项目协作、会议通知等不同类型事项。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1. 读取未读邮件汇总文件，识别每封邮件的业务含义和处理责任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2. 将 38 封邮件分为"必须亲自回/助理代回/仅知会/可忽略"4 类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834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3. 为"必须亲自回"的邮件生成专业中文回复草稿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4. 处理重点英文客户邮件：先生成中文审稿，再翻译成商务英语版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5. 员工确认后可继续完成发送或回写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70"/>
                </a:solidFill>
              </a:rPr>
              <a:t>传统方式 2-3 小时 → WorkBuddy 10-20 分钟，员工从执行者变成审核者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2D9"/>
                </a:solidFill>
              </a:rPr>
              <a:t>02 / PM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场景二：PM 项目过程管理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2860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场景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典型输入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标准输出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直接价值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会议纪要闭环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会议记录/聊天记录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结论/行动项/责任人/DDL/风险项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会后闭环速度提升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周报/月报生成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本周事项/风险/里程碑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管理层口径周报草稿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写作时间下降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验收材料打包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验收报告/清单/截图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可提交材料包+检查清单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减少漏项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项目知识检索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历史PRD/纪要/周报/合同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关键结论与出处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减少"找资料"耗时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远程触发任务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微信/企微/QQ 指令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周报草稿/资料归档结果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碎片时间推进项目</a:t>
                      </a:r>
                      <a:endParaRPr lang="en-US" sz="9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2D9"/>
                </a:solidFill>
              </a:rPr>
              <a:t>04 / ENTERPRISE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企业版场景实践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5029200"/>
          </a:xfrm>
          <a:prstGeom prst="roundRect">
            <a:avLst>
              <a:gd name="adj" fmla="val 2174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会议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会议到任务闭环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66666"/>
                </a:solidFill>
              </a:rPr>
              <a:t>痛点：会议纪要有了，但行动项没人跟，责任人和后续进展容易断，会后闭环全靠人追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468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实践路径：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6974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52D9"/>
                </a:solidFill>
              </a:rPr>
              <a:t>① 会议记录/聊天记录/语音转写进入 WorkBuddy ② 数字员工提炼结论/行动项/责任人/DDL/风险项 ③ Teams 把行动项分配给成员和数字员工 ④ 自动化任务定期提醒、跟踪和汇总进展 ⑤ 复盘和决策沉淀为团队资产 ⑥ 下一次会议可直接复用组织记忆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5669280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F0FFF5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5669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44"/>
                </a:solidFill>
              </a:rPr>
              <a:t>客户价值：会议不再止于纪要 | 行动项持续推进 | 任务状态可见 | 团队协同从沟通走向执行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4206240" cy="5029200"/>
          </a:xfrm>
          <a:prstGeom prst="roundRect">
            <a:avLst>
              <a:gd name="adj" fmla="val 2174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371600"/>
            <a:ext cx="731520" cy="320040"/>
          </a:xfrm>
          <a:prstGeom prst="round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71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管理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06440" y="13258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管理层周报 / 例会 / 经营复盘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8288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66666"/>
                </a:solidFill>
              </a:rPr>
              <a:t>痛点：信息散落在会议纪要/项目材料/沟通记录里，每周花大量时间收集整理，周报和复盘高度依赖手工搬运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24688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</a:rPr>
              <a:t>实践路径：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0" y="26974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0052D9"/>
                </a:solidFill>
              </a:rPr>
              <a:t>① WorkBuddy 自动汇总项目纪要/制度更新/风险记录/业务分析/日报周报素材 ② 管理者通过 WorkBuddy 发起任务 ③ WorkBuddy 生成周报/例会提纲/跟进清单/经营摘要/风险项列表 ④ 接入企微后支持结果推送和远程办公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37760" y="5669280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F0FFF5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5669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6644"/>
                </a:solidFill>
              </a:rPr>
              <a:t>客户价值：节省管理层整理时间 | 强化经营信息统一口径 | 提高例会和复盘效率 | 知识沉淀进入经营管理闭环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2D9"/>
                </a:solidFill>
              </a:rPr>
              <a:t>03 / ROLE SCENES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全岗位高频场景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来自 WorkBuddy 官方公众号和腾讯云开发者社区的真实用户场景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63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HR · 简历筛选与招聘提效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</a:rPr>
              <a:t>痛点：逐份打开简历手动比对JD、填表打分干到眼花；招聘文案从头写，入职通知一份份发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5603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做法：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743200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52D9"/>
                </a:solidFill>
              </a:rPr>
              <a:t>① 批量读取候选人简历，按匹配度自动打分排出面试优先级 ② 生成《候选人匹配度评分报告》含排名/核心亮点/关键提醒 ③ 自动生成岗位招聘文案 ④ 5分钟批量发送100份个性化入职通知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5577840"/>
            <a:ext cx="2606040" cy="640080"/>
          </a:xfrm>
          <a:prstGeom prst="roundRect">
            <a:avLst>
              <a:gd name="adj" fmla="val 5714"/>
            </a:avLst>
          </a:prstGeom>
          <a:solidFill>
            <a:srgbClr val="F0FFF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5623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6644"/>
                </a:solidFill>
              </a:rPr>
              <a:t>简历筛选半天→15分钟 | 招聘文案一键生成 | 入职通知批量发送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54680" y="137160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46304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52D9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463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财务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7764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财务 · 发票报销与报表汇总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</a:rPr>
              <a:t>痛点：月底一张张拍照录入发票，金额/日期/项目名错一个字整张表重来；多张Excel报表汇总靠手动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5603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做法：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46120" y="2743200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52D9"/>
                </a:solidFill>
              </a:rPr>
              <a:t>① 批量导入发票文件，自动提取金额/日期/项目名称/代码 ② 按"客户名字+开具时间+总金额"命名归档 ③ 45张发票5分钟生成报销明细表 ④ 多个Excel报表自动汇总生成可视化图表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46120" y="5577840"/>
            <a:ext cx="2606040" cy="640080"/>
          </a:xfrm>
          <a:prstGeom prst="roundRect">
            <a:avLst>
              <a:gd name="adj" fmla="val 5714"/>
            </a:avLst>
          </a:prstGeom>
          <a:solidFill>
            <a:srgbClr val="F0FFF5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5623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6644"/>
                </a:solidFill>
              </a:rPr>
              <a:t>发票录入2小时→5分钟 | 报销明细可直接提交 | 报表自动汇总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80760" y="137160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146304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52D9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1463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行政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0372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行政 · 会议纪要与文件归档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18288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</a:rPr>
              <a:t>痛点：会议录音转写后还要手动提炼决议和行动项；文件命名混乱、分类归档靠手工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72200" y="25603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做法：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72200" y="2743200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52D9"/>
                </a:solidFill>
              </a:rPr>
              <a:t>① 会议录音/零散笔记进入WorkBuddy，自动提炼关键决策/行动项/责任人/截止时间 ② 生成标准化会议纪要按部门分类 ③ 办公文件自动归档，按类别分类统一重命名 ④ 批量生成各类通知文件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72200" y="5577840"/>
            <a:ext cx="2606040" cy="640080"/>
          </a:xfrm>
          <a:prstGeom prst="roundRect">
            <a:avLst>
              <a:gd name="adj" fmla="val 5714"/>
            </a:avLst>
          </a:prstGeom>
          <a:solidFill>
            <a:srgbClr val="F0FFF5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562356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6644"/>
                </a:solidFill>
              </a:rPr>
              <a:t>纪要整理30分钟→3分钟 | 文件归档自动化 | 通知格式统一规范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2D9"/>
                </a:solidFill>
              </a:rPr>
              <a:t>03 / ROLE SCENES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续：全岗位高频场景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88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运营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运营/市场 · 内容与竞品分析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</a:rPr>
              <a:t>痛点：搜资料1小时、组织语言1小时、排版半小时，交稿还被说"不够网感"；竞品分析靠手动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28600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做法：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52D9"/>
                </a:solidFill>
              </a:rPr>
              <a:t>① 输入主题自动搜集最新资料，15分钟出推文初稿 ② 多平台文案一键生成（公众号/小红书/短视频脚本） ③ 分析竞品推广策略整理成复盘报告 ④ 公众号周报自动化：每周一自动拉取阅读数据分析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" y="5303520"/>
            <a:ext cx="2606040" cy="640080"/>
          </a:xfrm>
          <a:prstGeom prst="roundRect">
            <a:avLst>
              <a:gd name="adj" fmla="val 5714"/>
            </a:avLst>
          </a:prstGeom>
          <a:solidFill>
            <a:srgbClr val="F0FFF5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5349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6644"/>
                </a:solidFill>
              </a:rPr>
              <a:t>15分钟3篇小红书图文 | 公众号效率提升300%+ | 竞品分析半天→30分钟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54680" y="109728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18872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3246120" y="1188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法务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7764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法务 · 合同审查与风险排查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1554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</a:rPr>
              <a:t>痛点：老板给了10份合同逐一审查风险，每次只能上传1份；合同条款多，关键风险点容易遗漏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46120" y="228600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做法：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46120" y="2468880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52D9"/>
                </a:solidFill>
              </a:rPr>
              <a:t>① 批量上传合同文件，给一条统一指令系统自动逐个处理 ② 自动识别合同中风险条款/异常约定/合规问题 ③ 生成风险审查报告标注关键提醒和修改建议 ④ 合同版本对比自动标注差异条款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46120" y="5303520"/>
            <a:ext cx="2606040" cy="640080"/>
          </a:xfrm>
          <a:prstGeom prst="roundRect">
            <a:avLst>
              <a:gd name="adj" fmla="val 5714"/>
            </a:avLst>
          </a:prstGeom>
          <a:solidFill>
            <a:srgbClr val="F0FFF5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5349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6644"/>
                </a:solidFill>
              </a:rPr>
              <a:t>10份合同审查1天→2小时 | 风险点自动标注 | 版本差异一目了然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080760" y="109728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18872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52D9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1188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教育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03720" y="1188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教育 · 出题/成绩/课件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1554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66666"/>
                </a:solidFill>
              </a:rPr>
              <a:t>痛点：出阅读理解题太费时间，网上题目千篇一律；考完试成绩分析要用Excel算半天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72200" y="228600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</a:rPr>
              <a:t>做法：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72200" y="2468880"/>
            <a:ext cx="2606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52D9"/>
                </a:solidFill>
              </a:rPr>
              <a:t>① 根据课文自动生成阅读理解题（选择+简答+参考答案）导出Word直接打印 ② 成绩表自动分析：各科平均分/及格率/优秀率+柱状图 ③ Word文档一键生成课件PPT ④ 复旦大学200+师生现场体验"AI百校行"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72200" y="5303520"/>
            <a:ext cx="2606040" cy="640080"/>
          </a:xfrm>
          <a:prstGeom prst="roundRect">
            <a:avLst>
              <a:gd name="adj" fmla="val 5714"/>
            </a:avLst>
          </a:prstGeom>
          <a:solidFill>
            <a:srgbClr val="F0FFF5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53492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06644"/>
                </a:solidFill>
              </a:rPr>
              <a:t>出题1小时→5分钟 | 成绩分析30分钟→30秒 | 课件1小时→20分钟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2D9"/>
                </a:solidFill>
              </a:rPr>
              <a:t>05 / LEXIANG + WORKBUDDY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乐享知识库联动场景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乐享负责知识沉淀与权限治理 → WorkBuddy 负责智能调用与任务执行 → 结果可交付、可追溯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63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售后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售后 / 客服问题处理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FFF8E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6914"/>
                </a:solidFill>
              </a:rPr>
              <a:t>乐享：沉淀 FAQ/故障案例/操作手册/话术模板，排查记录和新案例沉淀回知识库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23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52D9"/>
                </a:solidFill>
              </a:rPr>
              <a:t>WorkBuddy：调用乐享知识 → 整理原因/排查顺序/回复草稿 → 沉淀回知识库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0040" y="30175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</a:rPr>
              <a:t>实践路径：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0040" y="3200400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052D9"/>
                </a:solidFill>
              </a:rPr>
              <a:t>① 售后同学打开 WorkBuddy 处理客户问题 ② 调用乐享知识库 FAQ/故障案例/操作手册/话术模板 ③ 售后数字员工整理可能原因、排查顺序和回复草稿 ④ 需要升级时加入 Teams 协同 ⑤ 排查记录和新案例沉淀回知识库 ⑥ 沉淀的案例和 SOP 再赋能下一次售后数字员工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20040" y="5943600"/>
            <a:ext cx="2606040" cy="320040"/>
          </a:xfrm>
          <a:prstGeom prst="roundRect">
            <a:avLst>
              <a:gd name="adj" fmla="val 11429"/>
            </a:avLst>
          </a:prstGeom>
          <a:solidFill>
            <a:srgbClr val="F0FFF5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5943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06644"/>
                </a:solidFill>
              </a:rPr>
              <a:t>价值：客户回复更快 | 排查路径更标准 | 新人更容易上手 | 售后经验从个人能力变组织能力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3154680" y="137160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46304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52D9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1463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销售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776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销售 / 售前材料快速响应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182880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FFF8E6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6914"/>
                </a:solidFill>
              </a:rPr>
              <a:t>乐享：统一沉淀产品资料/行业方案/成功案例/招标模板/异议回复/报价规则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46120" y="242316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E8F0FE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2423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52D9"/>
                </a:solidFill>
              </a:rPr>
              <a:t>WorkBuddy：调用乐享素材 → 生成方案初稿/沟通邮件/拜访提纲 → 定稿保存回腾讯文档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246120" y="30175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</a:rPr>
              <a:t>实践路径：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246120" y="3200400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052D9"/>
                </a:solidFill>
              </a:rPr>
              <a:t>① 乐享统一沉淀产品资料/行业方案/成功案例/招标模板/异议回复/报价规则 ② 销售在企微或桌面侧向 WorkBuddy 发起任务 ③ 输出客户方案初稿/沟通邮件/拜访提纲/案例摘要/纪要与跟进清单 ④ Teams 协同修改审阅 ⑤ 定稿保存腾讯文档，沉淀到销售弹药库 ⑥ 乐享"找准内容"，WorkBuddy"变成输出"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246120" y="5943600"/>
            <a:ext cx="2606040" cy="320040"/>
          </a:xfrm>
          <a:prstGeom prst="roundRect">
            <a:avLst>
              <a:gd name="adj" fmla="val 11429"/>
            </a:avLst>
          </a:prstGeom>
          <a:solidFill>
            <a:srgbClr val="F0FFF5"/>
          </a:solidFill>
          <a:ln/>
        </p:spPr>
      </p:sp>
      <p:sp>
        <p:nvSpPr>
          <p:cNvPr id="29" name="Text 27"/>
          <p:cNvSpPr/>
          <p:nvPr/>
        </p:nvSpPr>
        <p:spPr>
          <a:xfrm>
            <a:off x="3273552" y="5943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06644"/>
                </a:solidFill>
              </a:rPr>
              <a:t>价值：客户响应速度提升 | 销售口径一致性提高 | 方案制作时间缩短 | 销售输出建立在企业知识基础上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080760" y="137160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146304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52D9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1463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知识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0372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企业知识运营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182880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FFF8E6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6914"/>
                </a:solidFill>
              </a:rPr>
              <a:t>乐享：确保知识可信、可控、可追溯，权限和有效期控制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172200" y="242316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E8F0FE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2423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52D9"/>
                </a:solidFill>
              </a:rPr>
              <a:t>WorkBuddy：Agent Suite 调用乐享 → 在受控知识基础上完成问答/总结/分析/材料生成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72200" y="30175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</a:rPr>
              <a:t>实践路径：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172200" y="3200400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052D9"/>
                </a:solidFill>
              </a:rPr>
              <a:t>① 员工在 WorkBuddy 中直接询问制度/流程/产品资料/项目经验 ② Agent Suite 调用腾讯文档/网盘/乐享 ③ 乐享确保知识可信、可控、可追溯 ④ 数字员工完成问答/总结/分析/材料生成 ⑤ 新问题和知识缺口沉淀为企业 AI 资产 ⑥ 资产继续赋能数字员工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172200" y="5943600"/>
            <a:ext cx="2606040" cy="320040"/>
          </a:xfrm>
          <a:prstGeom prst="roundRect">
            <a:avLst>
              <a:gd name="adj" fmla="val 11429"/>
            </a:avLst>
          </a:prstGeom>
          <a:solidFill>
            <a:srgbClr val="F0FFF5"/>
          </a:solidFill>
          <a:ln/>
        </p:spPr>
      </p:sp>
      <p:sp>
        <p:nvSpPr>
          <p:cNvPr id="41" name="Text 39"/>
          <p:cNvSpPr/>
          <p:nvPr/>
        </p:nvSpPr>
        <p:spPr>
          <a:xfrm>
            <a:off x="6199632" y="5943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06644"/>
                </a:solidFill>
              </a:rPr>
              <a:t>价值：知识找得到 | 回答答得准 | 权限管得住 | 结果可追溯 | 企业知识越用越好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2D9"/>
                </a:solidFill>
              </a:rPr>
              <a:t>05 / LEXIANG + WORKBUDDY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乐享知识库联动场景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续：乐享知识库联动场景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6304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463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培训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新人培训与岗位辅导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FFF8E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6914"/>
                </a:solidFill>
              </a:rPr>
              <a:t>乐享：沉淀岗位 SOP/流程规范/典型案例/常见错误/模板口径/培训资料与题库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20040" y="242316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423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52D9"/>
                </a:solidFill>
              </a:rPr>
              <a:t>WorkBuddy：新人通过知识库快速找答案 → 生成学习清单/学习计划/错题总结/岗位周报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20040" y="30175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</a:rPr>
              <a:t>实践路径：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20040" y="3200400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052D9"/>
                </a:solidFill>
              </a:rPr>
              <a:t>① 乐享沉淀岗位 SOP/流程规范/典型案例/常见错误/模板口径/培训资料与题库 ② 新人通过知识库快速找到答案 ③ WorkBuddy 生成学习清单/学习计划/错题总结/岗位周报/导师跟进建议 ④ 把培训从静态课件变成动态辅导 ⑤ 把组织经验留在系统里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320040" y="5943600"/>
            <a:ext cx="2606040" cy="320040"/>
          </a:xfrm>
          <a:prstGeom prst="roundRect">
            <a:avLst>
              <a:gd name="adj" fmla="val 11429"/>
            </a:avLst>
          </a:prstGeom>
          <a:solidFill>
            <a:srgbClr val="F0FFF5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5943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06644"/>
                </a:solidFill>
              </a:rPr>
              <a:t>价值：缩短新人上岗周期 | 降低培训和带教成本 | 减少基础问题反复答疑 | 培训从静态课件变动态度辅导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3154680" y="137160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146304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52D9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1463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远程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776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移动办公 / 出差办公助手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182880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FFF8E6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6914"/>
                </a:solidFill>
              </a:rPr>
              <a:t>乐享：企业知识统一沉淀在乐享中，手机端即可调用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246120" y="242316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E8F0FE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2423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52D9"/>
                </a:solidFill>
              </a:rPr>
              <a:t>WorkBuddy：人在外部通过企微下发任务 → 调用知识并在本地电脑完成操作 → 结果传回企微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246120" y="30175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</a:rPr>
              <a:t>实践路径：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246120" y="3200400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052D9"/>
                </a:solidFill>
              </a:rPr>
              <a:t>① 企业知识统一沉淀在乐享中 ② 人在外部通过企微向 WorkBuddy 下发任务 ③ WorkBuddy 调用知识并在本地电脑完成操作，结果传回企微 ④ 示例：企微发起"把客户X的最新案例发给我，生成跟进邮件" → 调用乐享资料 → WorkBuddy 整理邮件处理文件 → 结果推回企微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3246120" y="5943600"/>
            <a:ext cx="2606040" cy="320040"/>
          </a:xfrm>
          <a:prstGeom prst="roundRect">
            <a:avLst>
              <a:gd name="adj" fmla="val 11429"/>
            </a:avLst>
          </a:prstGeom>
          <a:solidFill>
            <a:srgbClr val="F0FFF5"/>
          </a:solidFill>
          <a:ln/>
        </p:spPr>
      </p:sp>
      <p:sp>
        <p:nvSpPr>
          <p:cNvPr id="29" name="Text 27"/>
          <p:cNvSpPr/>
          <p:nvPr/>
        </p:nvSpPr>
        <p:spPr>
          <a:xfrm>
            <a:off x="3273552" y="5943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06644"/>
                </a:solidFill>
              </a:rPr>
              <a:t>价值：移动办公效率提升 | 减少跨设备跨人协调成本 | "找资料-处理-回传"一次做完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6080760" y="1371600"/>
            <a:ext cx="2788920" cy="5029200"/>
          </a:xfrm>
          <a:prstGeom prst="roundRect">
            <a:avLst>
              <a:gd name="adj" fmla="val 2623"/>
            </a:avLst>
          </a:prstGeom>
          <a:solidFill>
            <a:srgbClr val="F8FA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1463040"/>
            <a:ext cx="640080" cy="274320"/>
          </a:xfrm>
          <a:prstGeom prst="roundRect">
            <a:avLst>
              <a:gd name="adj" fmla="val 13333"/>
            </a:avLst>
          </a:prstGeom>
          <a:solidFill>
            <a:srgbClr val="0052D9"/>
          </a:solidFill>
          <a:ln/>
        </p:spPr>
      </p:sp>
      <p:sp>
        <p:nvSpPr>
          <p:cNvPr id="32" name="Text 30"/>
          <p:cNvSpPr/>
          <p:nvPr/>
        </p:nvSpPr>
        <p:spPr>
          <a:xfrm>
            <a:off x="6172200" y="1463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合规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0372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制度 / 合规 / 专业支持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182880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FFF8E6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6914"/>
                </a:solidFill>
              </a:rPr>
              <a:t>乐享：沉淀制度规范/合规要求/审批规则/专业模板/历史案例/审核意见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172200" y="2423160"/>
            <a:ext cx="2606040" cy="502920"/>
          </a:xfrm>
          <a:prstGeom prst="roundRect">
            <a:avLst>
              <a:gd name="adj" fmla="val 7273"/>
            </a:avLst>
          </a:prstGeom>
          <a:solidFill>
            <a:srgbClr val="E8F0FE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0" y="2423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52D9"/>
                </a:solidFill>
              </a:rPr>
              <a:t>WorkBuddy：在受控知识基础上生成制度答复草稿/审核清单/材料整理初稿/执行提醒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172200" y="3017520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A1A1A"/>
                </a:solidFill>
              </a:rPr>
              <a:t>实践路径：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172200" y="3200400"/>
            <a:ext cx="2606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650" dirty="0">
                <a:solidFill>
                  <a:srgbClr val="0052D9"/>
                </a:solidFill>
              </a:rPr>
              <a:t>① 乐享沉淀制度规范/合规要求/审批规则/专业模板/历史案例/审核意见/业务指引 ② 通过权限和有效期控制保证不同角色看到正确、有效、可授权的内容 ③ WorkBuddy 在受控知识基础上生成制度答复草稿/审核清单/材料整理初稿/内部通知/执行提醒 ④ AI 使用建立在合规治理基础上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6172200" y="5943600"/>
            <a:ext cx="2606040" cy="320040"/>
          </a:xfrm>
          <a:prstGeom prst="roundRect">
            <a:avLst>
              <a:gd name="adj" fmla="val 11429"/>
            </a:avLst>
          </a:prstGeom>
          <a:solidFill>
            <a:srgbClr val="F0FFF5"/>
          </a:solidFill>
          <a:ln/>
        </p:spPr>
      </p:sp>
      <p:sp>
        <p:nvSpPr>
          <p:cNvPr id="41" name="Text 39"/>
          <p:cNvSpPr/>
          <p:nvPr/>
        </p:nvSpPr>
        <p:spPr>
          <a:xfrm>
            <a:off x="6199632" y="5943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006644"/>
                </a:solidFill>
              </a:rPr>
              <a:t>价值：减少错用制度和版本错误 | 提高专业岗位规范性 | 降低业务风险 | AI 建立在合规治理基础上</a:t>
            </a:r>
            <a:endParaRPr lang="en-US" sz="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52D9"/>
                </a:solidFill>
              </a:rPr>
              <a:t>06 / USE CASES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使用案例（WorkBuddy 专属）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AFB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52D9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构建个人学术信息助手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从0到1搭建 arXiv 论文每日自动筛选、精排、深度解读、报告生成全流程自动化。三路并行召回，召回率97.4%，每日自动生成10篇精读+20篇速览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02920" y="306324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F0F5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2D9"/>
                </a:solidFill>
              </a:rPr>
              <a:t>搭建~2天 | 代码~5000行 | 召回率97.4% | API成本¥0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AFB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80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52D9"/>
                </a:solidFill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AI 简历筛选提效 90%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新加坡团队用 WorkBuddy 做简历筛选，自动解析简历、按岗位逐项匹配评分、生成筛选结果和推荐理由，人工筛选时间从几小时压到几分钟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83280" y="306324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F0F5FF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2D9"/>
                </a:solidFill>
              </a:rPr>
              <a:t>提效90% | 人工筛选几小时→几分钟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6480" y="118872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AFB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2801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52D9"/>
                </a:solidFill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63640" y="16459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五粮液全民AI办公提效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63640" y="20116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基于乐享、企微、WorkBuddy 给五粮液做全民AI办公提效动员方案，覆盖白酒行业典型场景：知识检索、会议纪要闭环、周报自动生成、质检提效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63640" y="306324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F0F5FF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063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2D9"/>
                </a:solidFill>
              </a:rPr>
              <a:t>白酒行业首个客户落地 | 知识管理→智能办公全链路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36576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AFB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52D9"/>
                </a:solidFill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292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冠盛客户场景沟通实践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480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和冠盛团队做场景沟通，围绕售后问题处理、销售材料快速响应、新人培训、管理层周报复盘等场景逐一验证，确认 WorkBuddy+乐享可覆盖制造业核心痛点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02920" y="553212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F0F5FF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5532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2D9"/>
                </a:solidFill>
              </a:rPr>
              <a:t>制造业场景验证 | 售后/销售/培训/管理逐一确认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46120" y="36576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AFB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52D9"/>
                </a:solidFill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38328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WorkBuddy+乐享联合方案落地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83280" y="4480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乐享负责知识沉淀/权限治理/搜索问答，WorkBuddy 负责桌面AI智能体/本地执行/企微接入/结果回传，形成"知识获取+任务执行+结果交付"完整链路，覆盖6大场景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83280" y="553212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F0F5FF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5532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2D9"/>
                </a:solidFill>
              </a:rPr>
              <a:t>6大场景方案 | 知识获取+任务执行+结果交付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26480" y="3657600"/>
            <a:ext cx="2743200" cy="2286000"/>
          </a:xfrm>
          <a:prstGeom prst="roundRect">
            <a:avLst>
              <a:gd name="adj" fmla="val 4000"/>
            </a:avLst>
          </a:prstGeom>
          <a:solidFill>
            <a:srgbClr val="FAFBFF"/>
          </a:solidFill>
          <a:ln w="6350">
            <a:solidFill>
              <a:srgbClr val="E0E8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52D9"/>
                </a:solidFill>
              </a:rPr>
              <a:t>06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26364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</a:rPr>
              <a:t>PM项目管理全场景提效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63640" y="448056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66666"/>
                </a:solidFill>
              </a:rPr>
              <a:t>5个高频场景（纪要闭环/周报月报/验收打包/知识检索/远程触发）标准化实操。PM从"从零写报告"转为"审核和定稿"，从"找资料靠记忆"变成"按出处检索"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263640" y="5532120"/>
            <a:ext cx="2468880" cy="320040"/>
          </a:xfrm>
          <a:prstGeom prst="roundRect">
            <a:avLst>
              <a:gd name="adj" fmla="val 14286"/>
            </a:avLst>
          </a:prstGeom>
          <a:solidFill>
            <a:srgbClr val="F0F5FF"/>
          </a:solidFill>
          <a:ln/>
        </p:spPr>
      </p:sp>
      <p:sp>
        <p:nvSpPr>
          <p:cNvPr id="40" name="Text 38"/>
          <p:cNvSpPr/>
          <p:nvPr/>
        </p:nvSpPr>
        <p:spPr>
          <a:xfrm>
            <a:off x="6309360" y="5532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52D9"/>
                </a:solidFill>
              </a:rPr>
              <a:t>5大PM高频场景 | PM角色从执行者→审核者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数据安全与合规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11480" cy="41148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本地执行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1188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所有文件处理在本地完成，原始文件从不离开用户电脑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权限隔离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0116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沙箱与容器隔离运行，网关防护，传输加密，高危操作拦下来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411480" cy="41148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审计留痕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2834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感知可信过滤、提示词攻击防护、推理过程可视化，每个动作都留痕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合规认证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• 国内首批通过信通院 Claw 可信能力评估（57个具体能力项）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" y="46177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• 信通院智能原生编码 IDE 评估 4+ 级（177个能力子项测评表现优异）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</a:rPr>
              <a:t>• 同源工具 CodeBuddy 自举验证（新增代码 100% 由 AI 自举生成）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</a:rPr>
              <a:t>CodeBuddy 同源架构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WorkBuddy 基于腾讯云代码助手 CodeBuddy 同源架构，CodeBuddy 有三种形态覆盖不同用户：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0175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产品形态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适用用户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核心特点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2D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CodeBuddy IDE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产品/设计师/全栈/初学者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产设研一体化工作台，"对话即编程"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CodeBuddy 插件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日常编码开发者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即插即用、融入现有工作流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CodeBuddy Code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DevOps/运维/SRE/资深开发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命令行工具，任务编排能力强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WorkBuddy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A870"/>
                </a:solidFill>
              </a:rPr>
              <a:t>一句话让 AI 替你上班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腾讯 CSIG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WorkBuddy 产品介绍</dc:title>
  <dc:subject>PptxGenJS Presentation</dc:subject>
  <dc:creator>Tencent CSIG</dc:creator>
  <cp:lastModifiedBy>Tencent CSIG</cp:lastModifiedBy>
  <cp:revision>1</cp:revision>
  <dcterms:created xsi:type="dcterms:W3CDTF">2026-05-27T02:39:16Z</dcterms:created>
  <dcterms:modified xsi:type="dcterms:W3CDTF">2026-05-27T02:39:16Z</dcterms:modified>
</cp:coreProperties>
</file>